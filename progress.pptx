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1" r:id="rId2"/>
    <p:sldId id="260" r:id="rId3"/>
    <p:sldId id="258" r:id="rId4"/>
    <p:sldId id="262" r:id="rId5"/>
    <p:sldId id="264" r:id="rId6"/>
    <p:sldId id="265" r:id="rId7"/>
    <p:sldId id="267" r:id="rId8"/>
    <p:sldId id="268" r:id="rId9"/>
    <p:sldId id="269" r:id="rId10"/>
    <p:sldId id="270" r:id="rId11"/>
    <p:sldId id="271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1"/>
    <p:restoredTop sz="94676"/>
  </p:normalViewPr>
  <p:slideViewPr>
    <p:cSldViewPr snapToGrid="0">
      <p:cViewPr varScale="1">
        <p:scale>
          <a:sx n="110" d="100"/>
          <a:sy n="110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20.01.25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lrz.de/00000000014B0D03/bachelor-thesis-luisa/-/tree/main/dat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1357842" y="4555272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CE4EE252-5143-1D16-D769-78A4776197A8}"/>
              </a:ext>
            </a:extLst>
          </p:cNvPr>
          <p:cNvSpPr txBox="1"/>
          <p:nvPr/>
        </p:nvSpPr>
        <p:spPr>
          <a:xfrm>
            <a:off x="620172" y="4627974"/>
            <a:ext cx="731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Next </a:t>
            </a:r>
            <a:r>
              <a:rPr lang="de-DE" dirty="0" err="1"/>
              <a:t>up</a:t>
            </a:r>
            <a:r>
              <a:rPr lang="de-DE" dirty="0"/>
              <a:t>:</a:t>
            </a:r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VST and </a:t>
            </a:r>
            <a:r>
              <a:rPr lang="de-DE" dirty="0" err="1"/>
              <a:t>DESeq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normalization</a:t>
            </a:r>
            <a:r>
              <a:rPr lang="de-DE" dirty="0"/>
              <a:t>)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</a:t>
            </a:r>
            <a:r>
              <a:rPr lang="de-DE" sz="1600" dirty="0" err="1"/>
              <a:t>Datasetes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</a:t>
            </a:r>
            <a:r>
              <a:rPr lang="de-DE" sz="1600" dirty="0" err="1"/>
              <a:t>Datasts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4F5E852-C5A2-237C-84E2-DBCFEDF55B71}"/>
              </a:ext>
            </a:extLst>
          </p:cNvPr>
          <p:cNvSpPr txBox="1"/>
          <p:nvPr/>
        </p:nvSpPr>
        <p:spPr>
          <a:xfrm>
            <a:off x="5260428" y="5846544"/>
            <a:ext cx="60933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3"/>
              </a:rPr>
              <a:t>https://gitlab.lrz.de/00000000014B0D03/bachelor-thesis-luisa/-/tree/main/data</a:t>
            </a:r>
            <a:r>
              <a:rPr lang="de-DE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03E46CF-77F2-A928-96F0-203BD875748C}"/>
              </a:ext>
            </a:extLst>
          </p:cNvPr>
          <p:cNvSpPr txBox="1">
            <a:spLocks/>
          </p:cNvSpPr>
          <p:nvPr/>
        </p:nvSpPr>
        <p:spPr>
          <a:xfrm>
            <a:off x="620486" y="481239"/>
            <a:ext cx="10515600" cy="61458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 err="1"/>
              <a:t>MultiQC</a:t>
            </a:r>
            <a:r>
              <a:rPr lang="de-DE" sz="2400" dirty="0"/>
              <a:t> after </a:t>
            </a:r>
            <a:r>
              <a:rPr lang="de-DE" sz="2400" dirty="0" err="1"/>
              <a:t>basic</a:t>
            </a:r>
            <a:r>
              <a:rPr lang="de-DE" sz="2400" dirty="0"/>
              <a:t> </a:t>
            </a:r>
            <a:r>
              <a:rPr lang="de-DE" sz="2400" dirty="0" err="1"/>
              <a:t>trimming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fastp</a:t>
            </a:r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27C9D9E-78EA-B095-5700-581E4FC9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" y="942756"/>
            <a:ext cx="11669486" cy="543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482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Harder </a:t>
            </a:r>
            <a:r>
              <a:rPr lang="de-DE" dirty="0" err="1"/>
              <a:t>trimming</a:t>
            </a:r>
            <a:r>
              <a:rPr lang="de-DE" dirty="0"/>
              <a:t> on </a:t>
            </a:r>
            <a:r>
              <a:rPr lang="de-DE" dirty="0" err="1"/>
              <a:t>P.brassicae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-&gt;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quality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D5149A9A-8D6A-0DD7-8746-BEBAFA7F0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13" y="215652"/>
            <a:ext cx="10395645" cy="664234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555ED0D-C917-B49D-C5D3-5C1F412BD6F6}"/>
              </a:ext>
            </a:extLst>
          </p:cNvPr>
          <p:cNvSpPr txBox="1"/>
          <p:nvPr/>
        </p:nvSpPr>
        <p:spPr>
          <a:xfrm>
            <a:off x="125506" y="502024"/>
            <a:ext cx="22053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Count </a:t>
            </a:r>
            <a:r>
              <a:rPr lang="de-DE" sz="1600" dirty="0" err="1"/>
              <a:t>table</a:t>
            </a:r>
            <a:r>
              <a:rPr lang="de-DE" sz="1600" dirty="0"/>
              <a:t> via </a:t>
            </a:r>
            <a:r>
              <a:rPr lang="de-DE" sz="1600" dirty="0" err="1"/>
              <a:t>tximport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Created</a:t>
            </a:r>
            <a:r>
              <a:rPr lang="de-DE" sz="1600" dirty="0"/>
              <a:t> </a:t>
            </a:r>
            <a:r>
              <a:rPr lang="de-DE" sz="1600" dirty="0" err="1"/>
              <a:t>DESeqDataset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VST (blind =FALSE)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Filter genes </a:t>
            </a:r>
            <a:r>
              <a:rPr lang="de-DE" sz="1600" dirty="0" err="1"/>
              <a:t>with</a:t>
            </a:r>
            <a:r>
              <a:rPr lang="de-DE" sz="1600" dirty="0"/>
              <a:t> </a:t>
            </a:r>
            <a:r>
              <a:rPr lang="de-DE" sz="1600" dirty="0" err="1"/>
              <a:t>tpm</a:t>
            </a:r>
            <a:r>
              <a:rPr lang="de-DE" sz="1600" dirty="0"/>
              <a:t>? (like in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internship</a:t>
            </a:r>
            <a:r>
              <a:rPr lang="de-DE" sz="1600" dirty="0"/>
              <a:t>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15F6501-4861-3A65-F17F-92175DCF2160}"/>
              </a:ext>
            </a:extLst>
          </p:cNvPr>
          <p:cNvSpPr txBox="1"/>
          <p:nvPr/>
        </p:nvSpPr>
        <p:spPr>
          <a:xfrm>
            <a:off x="281353" y="4167554"/>
            <a:ext cx="23778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 err="1"/>
              <a:t>Outlier</a:t>
            </a:r>
            <a:r>
              <a:rPr lang="de-DE" sz="1600" dirty="0"/>
              <a:t>: Hpa2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Already</a:t>
            </a:r>
            <a:r>
              <a:rPr lang="de-DE" sz="1600" dirty="0"/>
              <a:t> </a:t>
            </a:r>
            <a:r>
              <a:rPr lang="de-DE" sz="1600" dirty="0" err="1"/>
              <a:t>failed</a:t>
            </a:r>
            <a:r>
              <a:rPr lang="de-DE" sz="1600" dirty="0"/>
              <a:t> </a:t>
            </a:r>
            <a:r>
              <a:rPr lang="de-DE" sz="1600" dirty="0" err="1"/>
              <a:t>adapter</a:t>
            </a:r>
            <a:r>
              <a:rPr lang="de-DE" sz="1600" dirty="0"/>
              <a:t> </a:t>
            </a:r>
            <a:r>
              <a:rPr lang="de-DE" sz="1600" dirty="0" err="1"/>
              <a:t>content</a:t>
            </a:r>
            <a:r>
              <a:rPr lang="de-DE" sz="1600" dirty="0"/>
              <a:t> in </a:t>
            </a:r>
            <a:r>
              <a:rPr lang="de-DE" sz="1600" dirty="0" err="1"/>
              <a:t>multiqc</a:t>
            </a:r>
            <a:r>
              <a:rPr lang="de-DE" sz="1600" dirty="0"/>
              <a:t> after </a:t>
            </a:r>
            <a:r>
              <a:rPr lang="de-DE" sz="1600" dirty="0" err="1"/>
              <a:t>trimming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Low </a:t>
            </a:r>
            <a:r>
              <a:rPr lang="de-DE" sz="1600" dirty="0" err="1"/>
              <a:t>number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</a:t>
            </a:r>
            <a:r>
              <a:rPr lang="de-DE" sz="1600" dirty="0" err="1"/>
              <a:t>aligned</a:t>
            </a:r>
            <a:r>
              <a:rPr lang="de-DE" sz="1600" dirty="0"/>
              <a:t> </a:t>
            </a:r>
            <a:r>
              <a:rPr lang="de-DE" sz="1600" dirty="0" err="1"/>
              <a:t>reads</a:t>
            </a:r>
            <a:endParaRPr lang="de-DE" sz="1600" dirty="0"/>
          </a:p>
          <a:p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5019C57-633D-E1D3-DAD9-9E789589B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2" y="598370"/>
            <a:ext cx="9744593" cy="575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68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9B57C05-C966-3064-B605-C9845022FAB7}"/>
              </a:ext>
            </a:extLst>
          </p:cNvPr>
          <p:cNvSpPr txBox="1"/>
          <p:nvPr/>
        </p:nvSpPr>
        <p:spPr>
          <a:xfrm>
            <a:off x="678426" y="235974"/>
            <a:ext cx="210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Without Hpa2: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330D9E-A95C-0DAA-E255-03A891C60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37" y="773295"/>
            <a:ext cx="10302876" cy="584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6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855D78EA-8AAF-8B29-8ECE-3867B26ED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74" y="696418"/>
            <a:ext cx="10350614" cy="5875832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CBF5B1E1-ADE3-06F1-E023-D625B80DBFDD}"/>
              </a:ext>
            </a:extLst>
          </p:cNvPr>
          <p:cNvSpPr txBox="1"/>
          <p:nvPr/>
        </p:nvSpPr>
        <p:spPr>
          <a:xfrm>
            <a:off x="371475" y="142875"/>
            <a:ext cx="184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 3 and PC 4</a:t>
            </a:r>
          </a:p>
        </p:txBody>
      </p:sp>
    </p:spTree>
    <p:extLst>
      <p:ext uri="{BB962C8B-B14F-4D97-AF65-F5344CB8AC3E}">
        <p14:creationId xmlns:p14="http://schemas.microsoft.com/office/powerpoint/2010/main" val="547071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FF4BEFF-8230-1E30-C63D-3676C619C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633" y="781050"/>
            <a:ext cx="9882733" cy="561022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4366AFF-0868-A621-9ACE-BABA82BFA380}"/>
              </a:ext>
            </a:extLst>
          </p:cNvPr>
          <p:cNvSpPr txBox="1"/>
          <p:nvPr/>
        </p:nvSpPr>
        <p:spPr>
          <a:xfrm>
            <a:off x="371474" y="142875"/>
            <a:ext cx="4029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PCA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aligned</a:t>
            </a:r>
            <a:r>
              <a:rPr lang="de-DE" dirty="0"/>
              <a:t> </a:t>
            </a:r>
            <a:r>
              <a:rPr lang="de-DE" dirty="0" err="1"/>
              <a:t>reads</a:t>
            </a:r>
            <a:r>
              <a:rPr lang="de-DE" dirty="0"/>
              <a:t> per sample</a:t>
            </a:r>
          </a:p>
        </p:txBody>
      </p:sp>
    </p:spTree>
    <p:extLst>
      <p:ext uri="{BB962C8B-B14F-4D97-AF65-F5344CB8AC3E}">
        <p14:creationId xmlns:p14="http://schemas.microsoft.com/office/powerpoint/2010/main" val="4041535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074F2C8-1AD1-4F4F-E716-0D32A560C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49" y="723624"/>
            <a:ext cx="9531351" cy="5410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66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DD35B781-7B6D-C28C-3991-30F98B353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8299"/>
            <a:ext cx="6308842" cy="3581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D2EE99-7B04-08F6-E8D0-672A73F2E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842" y="1803759"/>
            <a:ext cx="5725906" cy="325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87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</Words>
  <Application>Microsoft Macintosh PowerPoint</Application>
  <PresentationFormat>Breitbild</PresentationFormat>
  <Paragraphs>52</Paragraphs>
  <Slides>11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Symbol</vt:lpstr>
      <vt:lpstr>Office</vt:lpstr>
      <vt:lpstr>Current progress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Bender</cp:lastModifiedBy>
  <cp:revision>7</cp:revision>
  <dcterms:created xsi:type="dcterms:W3CDTF">2025-01-16T09:38:10Z</dcterms:created>
  <dcterms:modified xsi:type="dcterms:W3CDTF">2025-01-20T09:28:14Z</dcterms:modified>
</cp:coreProperties>
</file>